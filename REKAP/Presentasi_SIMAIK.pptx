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SIMAIK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Manajemen Kegiatan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BPMP Provinsi Nusa Tenggara Barat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Latar Belakang &amp; Tujuan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4813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Fitur Utama Aplikasi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6537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Arsitektur Sistem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4942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Manajemen Kegiatan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Manajemen Peserta &amp; TPK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Sistem Evaluasi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Sertifikat Digital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78561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Dashboard &amp; Pelaporan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16966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 Teknologi yang Digunakan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5537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 Rencana Pengembangan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 &amp; Tujuan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474720"/>
          </a:xfrm>
          <a:prstGeom prst="rect">
            <a:avLst>
              <a:gd name="adj" fmla="val 2632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Pengelolaan kegiatan BPMP masih manual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peserta tersebar di banyak file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Sulit membuat laporan evaluasi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Tidak ada sistem sertifikat terintegrasi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Tracking penugasan pegawai tidak efisien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474720"/>
          </a:xfrm>
          <a:prstGeom prst="rect">
            <a:avLst>
              <a:gd name="adj" fmla="val 2632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SIMAIK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Digitalisasi manajemen kegiatan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peserta terpusat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Evaluasi &amp; pelaporan otomatis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Sertifikat digital terintegrasi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Penugasan pegawai terstruktur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Dashboard monitoring real-time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 Aplikasi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777240"/>
          </a:xfrm>
          <a:prstGeom prst="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Kegiatan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kegiatan, jadwal, lokasi, flyer, status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023360" cy="777240"/>
          </a:xfrm>
          <a:prstGeom prst="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57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TPK (Multi Lokasi)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04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kegiatan bisa di beberapa tempat pelaksanaan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023360" cy="777240"/>
          </a:xfrm>
          <a:prstGeom prst="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Peserta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3649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Formulir biodata, filter TPK, data terpusat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023360" cy="777240"/>
          </a:xfrm>
          <a:prstGeom prst="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9776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Kegiatan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3251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Kuesioner per TPK, statistik real-time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4023360" cy="777240"/>
          </a:xfrm>
          <a:prstGeom prst="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Sertifikat Digital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14447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cetak, verifikasi QR 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057400"/>
            <a:ext cx="4023360" cy="777240"/>
          </a:xfrm>
          <a:prstGeom prst="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057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 Pegawai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404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Surat tugas, penugasan per kegiatan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4023360" cy="777240"/>
          </a:xfrm>
          <a:prstGeom prst="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Laporan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3649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statistik, export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977640"/>
            <a:ext cx="4023360" cy="777240"/>
          </a:xfrm>
          <a:prstGeom prst="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9776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Formulir Publik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43251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tanpa login untuk peserta &amp; evaluasi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286000" cy="2286000"/>
          </a:xfrm>
          <a:prstGeom prst="rect">
            <a:avLst>
              <a:gd name="adj" fmla="val 4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vue-chartjs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1371600" cy="45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371600"/>
            <a:ext cx="2286000" cy="2286000"/>
          </a:xfrm>
          <a:prstGeom prst="rect">
            <a:avLst>
              <a:gd name="adj" fmla="val 4000"/>
            </a:avLst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 Auth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Eloquent 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2560320"/>
            <a:ext cx="457200" cy="45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371600"/>
            <a:ext cx="1371600" cy="22860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37160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Hosting: Laravel Cloud / VPS | CDN: Vite Build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Kegiatan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Input kegiatan: nama, deskripsi, rincian, tanggal, metode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Upload flyer kegiatan (drag &amp; drop, paste)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751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Multi-TPK: satu kegiatan bisa di beberapa lokasi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140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Status tracking: Draft → Berjalan → Selesai → Dibatalkan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Link formulir publik otomatis per kegiatan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Resource URL: dokumentasi, materi, panduan, laporan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307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Penugasan pegawai per kegiatan (Panitia, Narasumber, Pendamping)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696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Dashboard admin: filter tahun, status, pencarian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Peserta &amp; TPK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657600"/>
          </a:xfrm>
          <a:prstGeom prst="rect">
            <a:avLst>
              <a:gd name="adj" fmla="val 2500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Peserta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Formulir biodata publik (tanpa login)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Data: nama, NIP, pangkat, golongan, instansi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Pilih TPK saat mendaftar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 per TPK di admin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 biodata ke DOCX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Verifikasi sertifikat per peserta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657600"/>
          </a:xfrm>
          <a:prstGeom prst="rect">
            <a:avLst>
              <a:gd name="adj" fmla="val 2500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TPK (Tempat Pelaksanaan Kegiatan)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Satu kegiatan → banyak TPK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Setiap TPK punya lokasi &amp; kab/kota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Peserta terikat ke TPK tertentu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Evaluasi terpisah per TPK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 evaluasi &amp; laporan per TPK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 code per TPK untuk akses cepat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Evaluasi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Kuesioner evaluasi anonim (tanpa identitas peserta)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Penilaian skala 1-5: Program, Fasilitator, Layanan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751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Filter per TPK: peserta hanya menilai TPK-nya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140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Cek duplikat berbasis IP address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Statistik real-time: rata-rata, distribusi, grafik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Link evaluasi &amp; laporan per TPK dengan QR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307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Laporan evaluasi: chart bar, pie, dan detail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696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Akses publik (hanya di hari terakhir kegiatan)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Sertifikat Digital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Generate sertifikat dari template DOCX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Placeholder otomatis: nama, NIP, kegiatan, tanggal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751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Batch: buat sertifikat untuk banyak peserta sekaligus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140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Nomor sertifikat terstruktur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Status: Draft → Terbit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Verifikasi publik via QR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307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Download PDF per peserta atau batch ZIP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696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Integrasi dengan data penugasan pegawai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Pelaporan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Statistik total: kegiatan, peserta, sertifikat terbit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Filter tahun, unit kerja, status kegiatan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751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Card kegiatan dengan link dokumen &amp; formulir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140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Detail modal: info lengkap, link evaluasi, QR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 peserta per kegiatan (admin)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Export data ke Excel (XLSX)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307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Cetak biodata peserta (DOCX)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696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Link publik: formulir, evaluasi, laporan, verifikasi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yang Digunakan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286000" cy="640080"/>
          </a:xfrm>
          <a:prstGeom prst="rect">
            <a:avLst>
              <a:gd name="adj" fmla="val 11429"/>
            </a:avLst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097280"/>
            <a:ext cx="5760720" cy="64008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0" y="10972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3, Vite, Tailwind CSS, Chart.js, QRCode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286000" cy="640080"/>
          </a:xfrm>
          <a:prstGeom prst="rect">
            <a:avLst>
              <a:gd name="adj" fmla="val 11429"/>
            </a:avLst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5760720" cy="64008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8745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11, PHP 8.2, Sanctum, Eloquent 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2286000" cy="640080"/>
          </a:xfrm>
          <a:prstGeom prst="rect">
            <a:avLst>
              <a:gd name="adj" fmla="val 11429"/>
            </a:avLst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0" y="2651760"/>
            <a:ext cx="5760720" cy="64008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26517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(relasional, migrasi terstruktur)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2286000" cy="640080"/>
          </a:xfrm>
          <a:prstGeom prst="rect">
            <a:avLst>
              <a:gd name="adj" fmla="val 11429"/>
            </a:avLst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0" y="3429000"/>
            <a:ext cx="5760720" cy="64008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34290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Cloud / VPS, GitHub, CDN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2286000" cy="640080"/>
          </a:xfrm>
          <a:prstGeom prst="rect">
            <a:avLst>
              <a:gd name="adj" fmla="val 11429"/>
            </a:avLst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26080" y="4206240"/>
            <a:ext cx="5760720" cy="64008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4206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Code, Kilo AI Agent, Git, npm, Composer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Pengembangan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Notifikasi email &amp; WhatsApp untuk peserta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Integrasi dengan sistem kepegawaian (SIMPEG)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751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Mobile app untuk akses peserta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140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Analitik lanjutan: prediksi kehadiran, tren evaluasi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Multi-language support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API publik untuk integrasi pihak ketiga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307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Backup otomatis &amp; disaster recovery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696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Role-based access control (RBAC) lebih detail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SIMAIK — Sistem Informasi Manajemen Kegiatan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BPMP Provinsi Nusa Tenggara Barat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https://siamin.bpmpntb.id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Aplikasi SIMAIK</dc:title>
  <dc:subject>PptxGenJS Presentation</dc:subject>
  <dc:creator>BPMP NTB</dc:creator>
  <cp:lastModifiedBy>BPMP NTB</cp:lastModifiedBy>
  <cp:revision>1</cp:revision>
  <dcterms:created xsi:type="dcterms:W3CDTF">2026-07-02T09:48:26Z</dcterms:created>
  <dcterms:modified xsi:type="dcterms:W3CDTF">2026-07-02T09:48:26Z</dcterms:modified>
</cp:coreProperties>
</file>